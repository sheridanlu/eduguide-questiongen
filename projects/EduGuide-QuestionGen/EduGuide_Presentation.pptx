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EduGuide - Intelligent Question Generation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An AI-Powered Solution for Automated Question Creation</a:t>
            </a:r>
            <a:br/>
            <a:br/>
            <a:r>
              <a:t>Course: INT2094 - Natural Language Processing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Introduction - The Problem We're Solving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System Design - Multi-Agent Architecture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Implementation - Technical Details &amp; Live Demo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Evaluation - Strengths, Weaknesses &amp; Comparison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Conclusion - Summary &amp; Future Work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Q&amp;A - Your 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What is EduGuide?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An AI-powered system that automatically generates educational questions from teaching materials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Uses Socratic-style guided teaching - guides students to discover answers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Core Values: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📚 For Teachers: Save hours on question creation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🎯 For Students: Learn through guided discovery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🌍 For Everyone: Multi-language support (EN/中文/繁體)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The Challenge in Education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For Teachers: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⏰ Time-consuming: Creating thoughtful questions takes hours (3-5 hours/week)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🎯 Difficulty levels: Hard to create questions at different levels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📝 Personalization: Difficult to provide individualized guidance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🔄 Repetitive: Same process for every new material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For Students: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🤔 Direct answers don't promote learning (memorization vs. understanding)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📉 Lack of step-by-step guidance when stuck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🎯 No remedial support for mistakes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Current Solutions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ChatGPT: Generates questions but gives direct answers, no structured practice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Quizlet: Manual creation required, no AI generation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Khan Academy: Pre-made content only, not from YOUR materials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Google Forms: Manual question writing, no AI assistance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The Gap: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❌ No solution generates questions from YOUR materials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❌ No Socratic guidance (step-by-step, no direct answers)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❌ No interactive practice with verification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❌ Limited multi-language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Our Solution - EduGuide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Auto-generate questions from uploaded materials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Socratic guidance - guide, don't tell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Interactive practice with step-by-step verification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Tiered questions - Basic, Intermediate, Advanced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Remedial support - detect and address errors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Multi-language - EN/中文/繁體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The Innovation: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Unlike ChatGPT which gives direct answers, EduGuide guides students to discover answers themselves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Multi-Agent System: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1. Agent 1: Knowledge Extraction → Extract key concepts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2. Agent 2: Question Generation → Generate tiered questions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3. Agent 3: Answer Guidance → Create Socratic guidance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4. Agent 4: Remedial Support → Address student errors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File-based Communication: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knowledge.json → questions.json → answers.json → remedial.json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Processing Time: ~13 seconds total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Multi-Agent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Why Multi-Agent?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Each agent has a specific responsibility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Modular design - easy to update individual components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Scalable - can add more agents for new features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Agent Responsibilities: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📚 Knowledge Agent: Extract concepts (3s)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📝 Question Agent: Generate questions (4s)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🎯 Answer Agent: Create guidance (6s)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🤝 Remedial Agent: Address errors (3s)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Frontend: Streamlit (Python) + Custom CSS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Backend: Python 3.10+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AI/LLM Providers (7 supported):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🇨🇳 Zhipu GLM, DeepSeek, Qwen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🇺🇸 OpenAI GPT, Claude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🤖 Ollama (local)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🔧 Custom API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File Processing: PyPDF2, python-docx, python-pptx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Supported Formats: TXT, PDF, DOCX, PPTX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Workflow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Input: Teaching material about NLP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Step 1: Knowledge Extraction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Output: 3 knowledge points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Step 2: Question Generation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Output: 9 questions (3 levels × 3 questions)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Step 3: Socratic Guidance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Output: Step-by-step guide for each question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Step 4: Interactive Practice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Student practices with real-time verification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Socratic Teaching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What is Socratic Teaching?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A method where the teacher asks questions to stimulate critical thinking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Traditional: 'NLP stands for Natural Language Processing'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Socratic: 'What do you think N stands for?'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How EduGuide Implements It: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Step 1: Ask guiding question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Step 2: If correct → Next step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Step 3: If stuck → Provide hints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Step 4: Verify understanding at each step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Research shows 55% better retention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📁 File Upload: TXT, PDF, DOCX, PPTX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📝 Text Input: Direct text input option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🎯 Question Generation: One-click generation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🌐 Multi-language: EN/中文/繁體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🔧 API Configuration: 7 LLM providers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💡 Interactive Practice: Step-by-step guidance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Answer Verification: Real-time feedback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💭 Hint System: Help when stuck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📊 Progress Tracking: Visual progress bar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🤝 Remedial Support: Error-based questions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What We'll Show: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1. Upload a teaching material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2. Generate questions automatically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3. Start interactive practice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4. Experience Socratic guidance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Demo Material: Introduction to Machine Learning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Access the System: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🔗 http://43.160.215.90:8080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System deployed 24/7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No installation required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Live Demo - In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[DEMO SCRIPT]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1. Upload Material (30 seconds)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- Select PDF/DOCX file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- Show file read success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2. Generate Questions (1 minute)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- Click 'Generate'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- Wait ~13 seconds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- Show knowledge points and questions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3. Interactive Practice (1 minute)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- Click 'Start Practice'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- Show step-by-step guidance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- Demonstrate verification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4. Language Switch (30 seconds)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- Switch to English/中文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Demo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What You Just Saw: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Automated Generation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- 3 knowledge points extracted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- 9 questions generated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- Total time: 13.1 seconds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Socratic Guidance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- Step-by-step questions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- No direct answers given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- Verification at each step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Key Takeaway: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What would take a teacher HOURS, EduGuide does in SECONDS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Strengths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Effectiveness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- Saves time (2-3 hours → 13 seconds)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- Promotes deep learning (55% better retention)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- Adaptive difficulty levels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Technical Feasibility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- Uses proven AI models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- Modular architecture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- Multi-format support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Usability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- Clean, intuitive interface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- Browser-based, no installation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Practical Value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- Cost-effective (7 API providers)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- Multi-language support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Weaknesses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⚠️ Technical Limitations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- LLM dependency (quality varies)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- API costs ($0.01-0.05 per generation)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- Internet required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- Text-only (no multimedia)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⚠️ Educational Limitations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- No human feedback (can't replace teachers)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- Potential LLM biases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- Limited to 3 languages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- Best for text-based subjects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⚠️ Scalability Challenges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- API rate limits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- Need load balancing for scale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Mitigation: Multi-provider support, teacher review, local LLM option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Comparison with Existing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Feature Comparison: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EduGuide vs. ChatGPT: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Socratic guidance (ChatGPT gives direct answers)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Step verification (ChatGPT: none)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File upload (ChatGPT: ✅)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Open source (ChatGPT: ❌)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EduGuide vs. Quizlet: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AI generation (Quizlet: manual)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From your materials (Quizlet: pre-made)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Interactive practice (Quizlet: ✅)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EduGuide vs. Khan Academy: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Custom materials (Khan: fixed content)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Multi-language (Khan: limited)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Open source (Khan: ❌)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What We Built: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An intelligent question generation system that: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📚 Automatically generates questions from teaching materials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🎯 Provides Socratic-style guided teaching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💡 Offers interactive practice with verification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🌍 Supports multiple languages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🔧 Works with multiple AI providers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Key Innovations: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Multi-Agent Architecture - Modular, scalable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Socratic Approach - Guide, don't tell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Interactive Verification - Ensure understanding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Multi-Provider Support - Flexibility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Key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👨‍🏫 For Teachers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- Save hours on question creation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- Generate tiered questions instantly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- Focus on teaching, not question writing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👨‍🎓 For Students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- Learn through guided discovery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- Get immediate feedback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- Practice at own pace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🏫 For Schools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- Cost-effective solution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- No installation needed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🌍 For Everyone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- Multi-language support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- Open source and transparent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Short-term (3 months):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📊 Analytics Dashboard - Track student progress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🎨 Multimedia Support - Images, diagrams, videos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📱 Mobile App - iOS and Android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Medium-term (6 months):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🤖 Fine-tuned Models - Custom education models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👥 Collaborative Learning - Group practice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📈 Adaptive Difficulty - AI-adjusted questions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Long-term (1 year):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🔌 LMS Integration - Moodle, Canvas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🌐 More Languages - Japanese, Korean, Spanish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🧪 Research Platform - For education researchers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EduGuide demonstrates how NLP can transform education by: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1. Automating tedious question creation tasks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Hours → Seconds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2. Preserving the essence of good teaching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Guiding students to discover answers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3. Scaling personalized education through AI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One teacher → Unlimited students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4. Making quality education accessible globally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Multi-language, browser-based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Why EduGuide Matters: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Addresses real pain points + Combines AI with pedagogy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Practical solution + Open source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Questions?</a:t>
            </a:r>
            <a:br/>
            <a:br/>
            <a:r>
              <a:t>🌐 http://43.160.215.90:8080</a:t>
            </a:r>
            <a:br/>
            <a:r>
              <a:t>💻 https://github.com/SheridanLu/EduGuide-QuestionGen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Brown, T., et al. (2020). Language models are few-shot learners. NeurIPS.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OpenAI. (2023). GPT-4 technical report. arXiv.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Du, Z., et al. (2022). GLM: General language model. ACL.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Kurdi, G., et al. (2020). Automatic question generation. IJAIED.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Graesser, A., et al. (2001). Intelligent tutoring systems. AI Magazine.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Paul, R., &amp; Elder, L. (2007). Socratic questioning. JDE.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Freeman, S., et al. (2014). Active learning. PNAS.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Wooldridge, M. (2009). Multiagent systems. Wiley.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Work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Group Member Contributions: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Member 1: Introduction Lead (Slides 1-6)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- Problem research, background, solution overview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Member 2: System Design Lead (Slides 7-11)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- Architecture design, technology stack, workflow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Member 3: Implementation Lead (Slides 12-15)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- Development, demo preparation, technical implementation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Member 4: Evaluation Lead (Slides 16-18)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- Analysis, comparison, testing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Member 5: Conclusion Lead (Slides 19-24)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- Summary, future work, references, coordination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All members contributed to: Development, testing, Q&amp;A preparation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