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EduGuide - 智能出题系统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CDCFF"/>
                </a:solidFill>
              </a:defRPr>
            </a:pPr>
            <a:r>
              <a:t>基于苏格拉底式引导的AI驱动教育解决方案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FF"/>
                </a:solidFill>
              </a:defRPr>
            </a:pPr>
            <a:r>
              <a:t>课程：INT2094 - 自然语言处理</a:t>
            </a:r>
            <a:br/>
            <a:r>
              <a:t>小组：[小组标签] | 日期：[演讲日期]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演讲议程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1A1A1A"/>
                </a:solidFill>
              </a:defRPr>
            </a:pPr>
            <a:r>
              <a:t>1. 📖 引言 — 我们要解决的问题</a:t>
            </a:r>
          </a:p>
          <a:p>
            <a:pPr>
              <a:spcAft>
                <a:spcPts val="600"/>
              </a:spcAft>
              <a:defRPr sz="2200">
                <a:solidFill>
                  <a:srgbClr val="1A1A1A"/>
                </a:solidFill>
              </a:defRPr>
            </a:pPr>
            <a:r>
              <a:t>2. 🏗️ 系统设计 — 多Agent架构与技术栈</a:t>
            </a:r>
          </a:p>
          <a:p>
            <a:pPr>
              <a:spcAft>
                <a:spcPts val="600"/>
              </a:spcAft>
              <a:defRPr sz="2200">
                <a:solidFill>
                  <a:srgbClr val="1A1A1A"/>
                </a:solidFill>
              </a:defRPr>
            </a:pPr>
            <a:r>
              <a:t>3. 💻 实现与演示 — 功能展示与现场Demo</a:t>
            </a:r>
          </a:p>
          <a:p>
            <a:pPr>
              <a:spcAft>
                <a:spcPts val="600"/>
              </a:spcAft>
              <a:defRPr sz="2200">
                <a:solidFill>
                  <a:srgbClr val="1A1A1A"/>
                </a:solidFill>
              </a:defRPr>
            </a:pPr>
            <a:r>
              <a:t>4. 📊 评估 — 优势、劣势与对比分析</a:t>
            </a:r>
          </a:p>
          <a:p>
            <a:pPr>
              <a:spcAft>
                <a:spcPts val="600"/>
              </a:spcAft>
              <a:defRPr sz="2200">
                <a:solidFill>
                  <a:srgbClr val="1A1A1A"/>
                </a:solidFill>
              </a:defRPr>
            </a:pPr>
            <a:r>
              <a:t>5. 🎯 结论 — 总结与未来工作</a:t>
            </a:r>
          </a:p>
          <a:p>
            <a:pPr>
              <a:spcAft>
                <a:spcPts val="600"/>
              </a:spcAft>
              <a:defRPr sz="2200">
                <a:solidFill>
                  <a:srgbClr val="1A1A1A"/>
                </a:solidFill>
              </a:defRPr>
            </a:pPr>
            <a:r>
              <a:t>6. ❓ 问答 —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t>2/25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EduGuide - INT2094 NLP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EduGuide：智能出题系统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08080"/>
                </a:solidFill>
              </a:defRPr>
            </a:pPr>
            <a:r>
              <a:t>一个基于AI的系统，从教学材料自动生成题目，采用苏格拉底式引导，并通过AI实时验证学生答案。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📚 面向教师：节省出题时间（数小时 → 数秒）</a:t>
            </a:r>
          </a:p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🎯 面向学生：引导式发现学习，而非直接给答案</a:t>
            </a:r>
          </a:p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🌍 面向所有人：多语言支持（英/中/繁）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✅ 自动题目生成（分层难度）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✅ 苏格拉底式分步引导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✅ AI答案验证 + 错因分析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✅ 交互式练习（无限次重试）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✅ 多文件同时上传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✅ Agent监控可视化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✅ 多语言界面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t>3/25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EduGuide - INT2094 NLP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挑战：创建优质题目很困难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366F1"/>
                </a:solidFill>
              </a:defRPr>
            </a:pPr>
            <a:r>
              <a:t>教师面临的挑战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⏰ 创建有深度的题目需要数小时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🎯 难以创建不同难度的题目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📝 难以提供个性化指导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🔄 每次新材料都要重复过程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366F1"/>
                </a:solidFill>
              </a:defRPr>
            </a:pPr>
            <a:r>
              <a:t>学生面临的挑战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🤔 直接答案不促进深度学习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📉 缺乏分步指导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❌ 犯错后无反馈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🔄 不知道为什么错、如何纠正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EduGuide - INT2094 NLP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现有方案：好，但还不够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ChatGPT：生成题目 → ❌ 直接给答案、无分步验证、无错因分析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Quizlet：抽认卡 → ❌ 需手动创建、无AI生成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Khan Academy：练习题 → ❌ 仅预制内容、非从材料生成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Google Forms：测验 → ❌ 需手动出题、无AI辅助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❌ 没有任何方案能同时做到：从材料生成题目 + 苏格拉底式引导 + AI答案验证 + 交互式练习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t>5/25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EduGuide - INT2094 NLP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EduGuide：填补空白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✅ 自动生成 — 从材料生成题目（数小时→数秒）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✅ 苏格拉底式引导 — 分步引导，不直接告诉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✅ AI答案验证 — LLM判断答案正确性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✅ 错因分析 — 答错时分析原因+引导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✅ 交互式练习 — 无限次重试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✅ 分层题目 — 基础/中级/高级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✅ 多文件上传 — 同时上传多个文件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✅ 多语言 — 英/中/繁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t>6/25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EduGuide - INT2094 NLP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多Agent系统架构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4630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📁 教学材料输入 (文本/PDF/DOCX/PPTX，支持多文件)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        ↓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📚 Agent 1: 知识提取 → knowledge.json (~3s)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        ↓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📝 Agent 2: 题目生成 → questions.json (~4s)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        ↓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🎯 Agent 3: 答案引导 → answers.json (~6s)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        ↓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🤝 Agent 4: 补救支持 → remedial.json (~3s)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        ↓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🎓 交互式练习界面 (AI验证 + 错因分析 + 无限重试)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t>7/25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EduGuide - INT2094 NLP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为什么采用多Agent架构？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📚 知识Agent — 提取关键概念 (~3s)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📝 题目Agent — 生成分层题目 (~4s)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🎯 答案Agent — 创建苏格拉底引导 (~6s)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🤝 补救Agent — 解决学生错误 (~3s)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366F1"/>
                </a:solidFill>
              </a:defRPr>
            </a:pPr>
            <a:r>
              <a:t>设计优势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1031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✅ 模块化 — 独立更新各个Agent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✅ 可调试 — Agent Monitor实时监控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✅ 可扩展 — 为新功能添加新Agent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✅ 可维护 — 每个Agent只做一件事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t>8/25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EduGuide - INT2094 NLP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技术栈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366F1"/>
                </a:solidFill>
              </a:defRPr>
            </a:pPr>
            <a:r>
              <a:t>前端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Streamlit (Python)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自定义CSS — 紫色渐变主题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366F1"/>
                </a:solidFill>
              </a:defRPr>
            </a:pPr>
            <a:r>
              <a:t>后端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0116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Python 3.12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JSON文件通信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366F1"/>
                </a:solidFill>
              </a:defRPr>
            </a:pPr>
            <a:r>
              <a:t>文件处理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0116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PyPDF2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python-docx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python-pptx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366F1"/>
                </a:solidFill>
              </a:defRPr>
            </a:pPr>
            <a:r>
              <a:t>AI/LLM提供商（7个）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97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🟣 智谱GLM (glm-4-plus) | 🔵 DeepSeek (deepseek-chat) | 🟢 OpenAI (gpt-4o)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🟠 Claude (claude-3.5-sonnet) | 🔴 Qwen (qwen-max) | ⚫ Ollama (llama3) | ⚙️ Custom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t>9/25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EduGuide - INT2094 NLP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EduGuide中的苏格拉底方法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366F1"/>
                </a:solidFill>
              </a:defRPr>
            </a:pPr>
            <a:r>
              <a:t>传统 vs. EduGuide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传统："NLP代表自然语言处理" → 直接给答案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EduGuide："你认为N代表什么？" → 引导发现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EduGuide：答错 → 分析错因 → 给出引导 → 重试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366F1"/>
                </a:solidFill>
              </a:defRPr>
            </a:pPr>
            <a:r>
              <a:t>教学流程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步骤1：提出引导问题 → 学生回答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步骤2：AI验证答案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  ✅ 正确 → 进入下一步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  ❌ 错误 → 🔍分析错因 → 💡引导提示 → 🔄重试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08080"/>
                </a:solidFill>
              </a:defRPr>
            </a:pPr>
            <a:r>
              <a:t>🧠 促进深度学习 | 📊 记忆保持率提高55% | 👨‍🏫 模仿人类教师辅导方法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t>10/25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EduGuide - INT2094 NLP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AI答案验证 + 错因分析（核心创新）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这是EduGuide区别于所有竞品的核心功能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学生提交答案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    ↓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调用LLM验证（与当前AI提供商相同）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    ↓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LLM返回: { correct, feedback, error_analysis, guidance }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    ↓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✅ 正确 → 进入下一步    ❌ 错误 → 显示错因分析 + 引导提示 → 无限重试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错因分析示例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7432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❌ 学生: "语言模型是翻译工具"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🔍 错因: 学生将用途局限在翻译。语言模型核心是基于概率预测文本序列。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💡 引导: "想想手机输入法预测下一个词，这和翻译有关吗？"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ChatGPT：直接给答案 ❌ | Quizlet：只判断对错 ❌ | EduGuide：验证+分析+引导 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t>11/25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EduGuide - INT2094 NLP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核心功能总览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📁 多文件上传 (TXT/PDF/DOCX/PPTX)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📝 直接粘贴文本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🚀 一键生成 (~13秒)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📊 分层题目 (基础/中级/高级)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✅ AI答案验证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🔍 错因分析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💡 引导提示 (不直接给答案)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🔄 无限次重试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🌐 多语言 (英/中/繁)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🔧 7个API提供商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📡 Agent监控可视化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🎨 现代紫色渐变UI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t>12/25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EduGuide - INT2094 NLP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现场演示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1. 上传教学材料（支持多文件）</a:t>
            </a:r>
          </a:p>
          <a:p>
            <a:pPr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2. 自动生成题目（约13秒）</a:t>
            </a:r>
          </a:p>
          <a:p>
            <a:pPr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3. 交互式练习 + 故意答错 → 展示错因分析和引导</a:t>
            </a:r>
          </a:p>
          <a:p>
            <a:pPr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4. 语言切换演示</a:t>
            </a:r>
          </a:p>
          <a:p>
            <a:pPr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5. Agent监控页面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366F1"/>
                </a:solidFill>
              </a:defRPr>
            </a:pPr>
            <a:r>
              <a:t>🔗 http://43.160.215.90:8080</a:t>
            </a:r>
            <a:br/>
            <a:r>
              <a:t>🔗 https://github.com/SheridanLu/EduGuide-QuestionGen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t>13/25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EduGuide - INT2094 NLP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现场演示 - 执行脚本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</a:defRPr>
            </a:pPr>
            <a:r>
              <a:t>1. 上传+生成 (1分钟)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上传材料 → 点击生成 → 等待13秒 → 展示知识点和题目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2. 交互式练习 (1.5分钟) ⭐重点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开始解题 → 正确答案 → 通过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故意答错 → 🎯展示错因分析+引导提示 → 重试 → 通过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</a:defRPr>
            </a:pPr>
            <a:r>
              <a:t>3. 语言切换+监控 (1分钟)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切换英语/繁体中文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打开Agent Monitor → 展示4个Agent工作流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多文件上传演示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t>14/25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EduGuide - INT2094 NLP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演示亮点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✅ 自动生成 — 13秒完成</a:t>
            </a:r>
          </a:p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✅ 苏格拉底式引导 — 不直接给答案</a:t>
            </a:r>
          </a:p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✅ AI答案验证 — 实时判断</a:t>
            </a:r>
          </a:p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✅ 错因分析 — 分析为什么错</a:t>
            </a:r>
          </a:p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✅ 引导提示 — 告诉你如何思考</a:t>
            </a:r>
          </a:p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✅ 无限重试 — 不放弃任何学生</a:t>
            </a:r>
          </a:p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✅ 多语言切换 — 英/中/繁</a:t>
            </a:r>
          </a:p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✅ Agent监控 — 可视化工作流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6366F1"/>
                </a:solidFill>
              </a:defRPr>
            </a:pPr>
            <a:r>
              <a:t>教师需要数小时的工作，EduGuide在数秒内完成，并且像好老师一样引导学生自己发现答案。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t>15/25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EduGuide - INT2094 NLP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优势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</a:defRPr>
            </a:pPr>
            <a:r>
              <a:t>✅ 有效性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⏰ 节省时间：2-3h→13s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🎯 3级难度适配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🧠 深度学习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🔍 AI验证+错因分析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</a:defRPr>
            </a:pPr>
            <a:r>
              <a:t>✅ 技术可行性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0116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🤖 成熟LLM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🏗️ 4个独立Agent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📁 4种文件格式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🔌 7个API提供商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</a:defRPr>
            </a:pPr>
            <a:r>
              <a:t>✅ 可用性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0116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🖥️ 现代UI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📱 无需安装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⚡ 实时反馈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📡 Agent监控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t>16/25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EduGuide - INT2094 NLP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劣势与局限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⚠️ 技术局限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依赖LLM质量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需API密钥(成本)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需互联网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仅限文本材料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⚠️ 教育局限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0116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不能替代教师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LLM可能偏见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仅3种语言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适合文本类学科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</a:defRPr>
            </a:pPr>
            <a:r>
              <a:t>缓解策略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0116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多提供商容错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教师可审查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Ollama离线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开源改进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t>17/25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EduGuide - INT2094 NLP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与现有方案对比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366F1"/>
                </a:solidFill>
              </a:defRPr>
            </a:pPr>
            <a:r>
              <a:t>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371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366F1"/>
                </a:solidFill>
              </a:defRPr>
            </a:pPr>
            <a:r>
              <a:t>EduGuide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371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366F1"/>
                </a:solidFill>
              </a:defRPr>
            </a:pPr>
            <a:r>
              <a:t>ChatGPT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59" y="1371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366F1"/>
                </a:solidFill>
              </a:defRPr>
            </a:pPr>
            <a:r>
              <a:t>Quizlet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7451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自动题目生成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87451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87451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59" y="187451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从材料生成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59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880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苏格拉底引导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880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880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⚠️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59" y="2880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AI答案验证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59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886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错因分析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3886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3886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59" y="3886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389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引导提示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4389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4389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59" y="4389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92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无限重试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4892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4892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59" y="4892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394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Agent监控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5394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5394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59" y="5394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897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开源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897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5897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59" y="5897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t>18/25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EduGuide - INT2094 NLP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366F1"/>
                </a:solidFill>
              </a:defRPr>
            </a:pPr>
            <a:r>
              <a:t>我们构建了什么：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📚 自动从材料生成分层题目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🎯 苏格拉底式引导教学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🤖 AI答案验证+错因分析+引导提示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🔄 无限次重试，不放弃任何学生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📡 Agent监控可视化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🌍 多语言支持 | 🔧 7个AI提供商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核心创新：多Agent架构 + 苏格拉底方法 + AI答案验证(错因分析) + 无限重试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t>19/25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EduGuide - INT2094 NLP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关键收益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👨‍🏫 面向教师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⏰ 节省数小时出题时间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🎯 即时生成分层题目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📝 专注于教学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👨‍🎓 面向学生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🧠 引导式发现学习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🔍 犯错后获得错因分析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🔄 无限重试，按自己节奏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🏫 面向学校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💰 7个API提供商可选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📱 无需安装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📚 适用于现有材料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206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🌍 面向开发者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💻 开源透明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🏗️ 模块化架构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📡 Agent Monitor调试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EduGuide - INT2094 NLP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未来工作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</a:defRPr>
            </a:pPr>
            <a:r>
              <a:t>短期（3个月）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📊 学习分析仪表板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🎨 多媒体支持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📱 移动应用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</a:defRPr>
            </a:pPr>
            <a:r>
              <a:t>中期（6个月）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🤖 教育领域微调模型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👥 协作学习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📈 自适应难度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</a:defRPr>
            </a:pPr>
            <a:r>
              <a:t>长期（1年）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805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🔌 LMS集成 (Moodle/Canvas)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🌐 更多语言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🧪 教育研究平台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t>21/25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EduGuide - INT2094 NLP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</a:defRPr>
            </a:pPr>
            <a:r>
              <a:t>1. 自动化出题任务（数小时→数秒）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</a:defRPr>
            </a:pPr>
            <a:r>
              <a:t>2. 保留好教学的精髓（引导而非告诉）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</a:defRPr>
            </a:pPr>
            <a:r>
              <a:t>3. 超越简单对错（错因分析+引导）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</a:defRPr>
            </a:pPr>
            <a:r>
              <a:t>4. 使优质教育全球可访问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CDCFF"/>
                </a:solidFill>
              </a:defRPr>
            </a:pPr>
            <a:r>
              <a:t>"好的老师不给答案。他们引导学生自己找到答案。EduGuide通过AI使这成为可能。"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C8FF"/>
                </a:solidFill>
              </a:defRPr>
            </a:pPr>
            <a:r>
              <a:t>🌐 http://43.160.215.90:8080 | 💻 github.com/SheridanLu/EduGuide-QuestionGen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DCDCFF"/>
                </a:solidFill>
              </a:defRPr>
            </a:pPr>
            <a:r>
              <a:t>❓ 有问题吗？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572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FF"/>
                </a:solidFill>
              </a:defRPr>
            </a:pPr>
            <a:r>
              <a:t>Q&amp;A 准备:</a:t>
            </a:r>
            <a:br/>
            <a:r>
              <a:t>Q1: 为什么用多Agent? → 专业化、易维护、可监控</a:t>
            </a:r>
            <a:br/>
            <a:r>
              <a:t>Q2: AI验证准确率? → 精心prompt + 关键词fallback</a:t>
            </a:r>
            <a:br/>
            <a:r>
              <a:t>Q3: 错因分析如何实现? → LLM返回JSON格式的分析和引导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参考文献（APA第7版）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Brown, T., et al. (2020). Language models are few-shot learners. NeurIPS, 33, 1877-1901.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OpenAI. (2023). GPT-4 technical report. arXiv:2303.08774.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Du, Z., et al. (2022). GLM: General language model pretraining. ACL, 320-335.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Kurdi, G., et al. (2020). A systematic review of automatic question generation. IJAIED, 30(1), 121-204.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Graesser, A. C., et al. (2001). Intelligent tutoring systems. AI Magazine, 22(4), 39-51.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Paul, R., &amp; Elder, L. (2007). Critical thinking: The art of Socratic questioning. JDE, 31(1), 36-37.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Freeman, S., et al. (2014). Active learning increases student performance. PNAS, 111(23), 8410-8415.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Wooldridge, M. (2009). An introduction to multiagent systems. Wiley.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t>24/25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EduGuide - INT2094 NLP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附录：工作分配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366F1"/>
                </a:solidFill>
              </a:defRPr>
            </a:pPr>
            <a:r>
              <a:t>成员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366F1"/>
                </a:solidFill>
              </a:defRPr>
            </a:pPr>
            <a:r>
              <a:t>角色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366F1"/>
                </a:solidFill>
              </a:defRPr>
            </a:pPr>
            <a:r>
              <a:t>幻灯片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366F1"/>
                </a:solidFill>
              </a:defRPr>
            </a:pPr>
            <a:r>
              <a:t>贡献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[姓名1]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87451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引言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87451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1-6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187451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问题研究、背景分析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77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[姓名2]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377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系统设计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377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7-11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377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架构设计、技术栈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880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[姓名3]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880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实现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880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12-15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880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开发、演示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383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[姓名4]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383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评估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383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16-18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3383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分析、对比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886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[姓名5]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3886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结论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886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19-24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3886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总结、Q&amp;A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t>25/25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EduGuide - INT2094 NLP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