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EduGuide - 智能出题系统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基于苏格拉底式引导的AI驱动解决方案</a:t>
            </a:r>
            <a:br/>
            <a:br/>
            <a:r>
              <a:t>课程：INT2094 - 自然语言处理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演讲议程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引言 - 我们要解决的问题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系统设计 - 多Agent架构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实现 - 技术细节与现场演示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评估 - 优势、劣势与对比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结论 - 总结与未来工作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6. 问答 - 您的提问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什么是EduGuide？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一个基于AI的系统，能够从教学材料自动生成教育题目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采用苏格拉底式引导教学方法 - 引导学生发现答案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核心价值：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面向教师：节省出题时间（数小时 → 13秒）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面向学生：通过引导式发现学习，而非直接给答案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🌍 面向所有人：多语言支持（英语/简体中文/繁体中文）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教育领域的挑战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教师面临的挑战：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⏰ 耗时：创建有深度的题目需要数小时（每周3-5小时）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难度分层：难以创建不同难度的题目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个性化：难以提供个性化指导（班级25-30名学生）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🔄 重复性：每次新材料都要重复相同过程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学生面临的挑战：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🤔 直接答案不促进学习（死记硬背 vs. 深度理解）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📉 缺乏分步指导（卡住时需要提示，而非答案）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没有补救支持（犯错后如何纠正？）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现有解决方案及其局限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ChatGPT：生成题目但直接给答案，无结构化练习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Quizlet：需手动创建，无AI生成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Khan Academy：仅限预制内容，不是从您的材料生成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Google Forms：需手动出题，无AI辅助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差距：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没有解决方案从您的教学材料生成题目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没有苏格拉底式引导（分步，不直接给答案）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没有带验证的交互式练习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有限的多语言支持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我们的解决方案 - EduGuide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自动生成：从上传的材料生成题目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苏格拉底式引导：引导，不直接告诉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交互式练习：分步验证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分层题目：基础、中级、高级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补救支持：检测并解决错误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多语言：英语/简体中文/繁体中文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创新点：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与ChatGPT直接给答案不同，EduGuide引导学生自己发现答案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多Agent系统：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Agent 1：知识提取 → 提取关键概念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Agent 2：题目生成 → 生成分层题目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Agent 3：答案引导 → 创建苏格拉底式引导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Agent 4：补救支持 → 解决学生错误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文件通信：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knowledge.json → questions.json → answers.json → remedial.json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处理时间：约13秒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多Agent设计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为什么多Agent？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每个Agent有特定的职责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模块化设计 - 易于更新各个组件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可扩展 - 可以添加新Agent实现新功能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Agent职责：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知识Agent：提取概念（3秒）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题目Agent：生成题目（4秒）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答案Agent：创建引导（6秒）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🤝 补救Agent：解决错误（3秒）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前端：Streamlit (Python) + 自定义CSS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后端：Python 3.10+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AI/LLM提供商（支持7个）：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🇨🇳 智谱GLM、DeepSeek、通义千问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🇺🇸 OpenAI GPT、Claude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🤖 Ollama（本地）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🔧 自定义API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文件处理：PyPDF2、python-docx、python-pptx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支持格式：TXT、PDF、DOCX、PPTX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工作流程示例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输入：关于NLP的教学材料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步骤1：知识提取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输出：3个知识点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步骤2：题目生成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输出：9道题目（3个级别 × 3题）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步骤3：苏格拉底式引导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输出：每道题的分步引导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步骤4：交互式练习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学生练习并实时验证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苏格拉底式教学方法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什么是苏格拉底式教学？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教师通过提问来激发批判性思维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传统方式：'NLP代表自然语言处理'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苏格拉底式：'你认为N代表什么？'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EduGuide如何实现：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步骤1：提出引导性问题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步骤2：如果正确 → 下一步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步骤3：如果卡住 → 提供提示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步骤4：每步验证理解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研究表明记忆保持率提高55%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📁 文件上传：TXT、PDF、DOCX、PPTX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文本输入：直接文本输入选项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题目生成：一键生成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🌐 多语言：英语/简体中文/繁体中文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🔧 API配置：7个LLM提供商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💡 交互式练习：分步引导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答案验证：实时反馈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💭 提示系统：卡住时帮助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进度跟踪：可视化进度条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🤝 补救支持：基于错误的题目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我们将展示：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上传教学材料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自动生成题目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开始交互式练习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体验苏格拉底式引导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演示材料：机器学习导论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访问系统：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🔗 http://43.160.215.90:8080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系统24/7部署运行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无需安装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现场演示 - 进行中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[演示脚本]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上传材料（30秒）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选择PDF/DOCX文件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显示文件读取成功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生成题目（1分钟）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点击'生成'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等待约13秒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显示知识点和题目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交互式练习（1分钟）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点击'开始解题'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展示分步引导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演示验证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语言切换（30秒）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切换到英语/繁体中文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演示亮点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您刚刚看到的：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自动生成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提取3个知识点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生成9道题目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总时间：13.1秒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苏格拉底式引导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分步提问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不直接给答案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每步验证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关键要点：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教师需要数小时完成的工作，EduGuide在数秒内完成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有效性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节省时间（2-3小时 → 13秒）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促进深度学习（记忆保持率提高55%）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自适应难度级别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技术可行性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使用经过验证的AI模型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模块化架构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多格式支持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可用性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简洁、直观的界面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基于浏览器，无需安装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实用价值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成本效益（7个API提供商）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多语言支持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劣势与局限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技术局限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依赖LLM（质量变化）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API成本（每次生成约$0.01-0.05）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需要互联网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仅限文本（无多媒体）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教育局限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无人工反馈（无法替代教师）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潜在的LLM偏见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仅限3种语言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最适合基于文本的学科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扩展性挑战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API速率限制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需要负载均衡来扩展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缓解：多提供商支持、教师审查、本地LLM选项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与现有解决方案对比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功能对比：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EduGuide vs. ChatGPT：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苏格拉底式引导（ChatGPT直接给答案）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分步验证（ChatGPT：无）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文件上传（ChatGPT：✅）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开源（ChatGPT：❌）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EduGuide vs. Quizlet：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AI生成（Quizlet：手动）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从您的材料（Quizlet：预制）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交互式练习（Quizlet：✅）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EduGuide vs. Khan Academy：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自定义材料（Khan：固定内容）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多语言（Khan：有限）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开源（Khan：❌）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我们构建了什么：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一个智能出题系统，能够：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📚 自动生成教学材料的题目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提供苏格拉底式引导教学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💡 提供交互式练习及验证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🌍 支持多种语言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🔧 适用于多个AI提供商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关键创新：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多Agent架构 - 模块化、可扩展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苏格拉底式方法 - 引导，不告诉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交互式验证 - 确保理解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多提供商支持 - 灵活性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关键收益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👨‍🏫 面向教师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节省出题时间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即时生成分层题目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专注于教学，而非出题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👨‍🎓 面向学生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通过引导式发现学习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获得即时反馈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按自己的节奏练习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🏫 面向学校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成本效益的解决方案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无需安装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🌍 面向所有人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多语言支持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开源且透明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未来工作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短期（3个月）：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分析仪表板 - 跟踪学生进度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🎨 多媒体支持 - 图像、图表、视频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📱 移动应用 - iOS和Android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中期（6个月）：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🤖 微调模型 - 定制教育模型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👥 协作学习 - 小组练习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📈 自适应难度 - AI调整的题目难度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长期（1年）：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🔌 LMS集成 - Moodle、Canvas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🌐 更多语言 - 日语、韩语、西班牙语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🧪 研究平台 - 面向教育研究人员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EduGuide展示了NLP如何改变教育：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自动化繁琐的出题任务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数小时 → 数秒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保留良好教学的精髓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引导学生发现答案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扩展个性化教育通过AI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一位教师 → 无限学生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使优质教育全球可访问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多语言、基于浏览器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为什么EduGuide重要：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解决真实痛点 + 结合AI与教学法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实用解决方案 + 开源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有问题吗？</a:t>
            </a:r>
            <a:br/>
            <a:br/>
            <a:r>
              <a:t>🌐 http://43.160.215.90:8080</a:t>
            </a:r>
            <a:br/>
            <a:r>
              <a:t>💻 https://github.com/SheridanLu/EduGuide-QuestionGen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Brown, T., 等 (2020). Language models are few-shot learners. NeurIPS.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OpenAI. (2023). GPT-4 technical report. arXiv.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Du, Z., 等 (2022). GLM: General language model. ACL.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Kurdi, G., 等 (2020). Automatic question generation. IJAIED.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Graesser, A., 等 (2001). Intelligent tutoring systems. AI Magazine.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Paul, R., &amp; Elder, L. (2007). Socratic questioning. JDE.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Freeman, S., 等 (2014). Active learning. PNAS.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Wooldridge, M. (2009). Multiagent systems. Wiley.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工作分配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小组成员贡献：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成员1：引言负责人（幻灯片1-6）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问题研究、背景、解决方案概述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成员2：系统设计负责人（幻灯片7-11）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架构设计、技术栈、工作流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成员3：实现负责人（幻灯片12-15）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开发、演示准备、技术实现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成员4：评估负责人（幻灯片16-18）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分析、对比、测试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成员5：结论负责人（幻灯片19-24）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- 总结、未来工作、参考文献、协调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所有成员贡献于：开发、测试、问答准备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